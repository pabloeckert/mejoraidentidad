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D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rand_assets/isotipo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1188720" cy="9795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7432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Definiciones de Marca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22960" y="37490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Continua — tres puntos para cerrar con vos antes del manual final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por Pablo, con Claude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este mazo?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6583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las últimas semanas cerramos criterio de tono, manifiesto, servicios, colores reales y arquitectura de la landing. La mayoría lo definimos Pablo y yo, sin vos en la mesa. Antes de compilar el manual de marca final, necesitamos tu mirada en tres puntos concretos.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863840" y="1828800"/>
            <a:ext cx="640080" cy="640080"/>
          </a:xfrm>
          <a:prstGeom prst="ellipse">
            <a:avLst/>
          </a:prstGeom>
          <a:solidFill>
            <a:srgbClr val="1A3D84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cerrado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+ Claude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183880" y="2514600"/>
            <a:ext cx="0" cy="4572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3017520"/>
            <a:ext cx="640080" cy="640080"/>
          </a:xfrm>
          <a:prstGeom prst="ellipse">
            <a:avLst/>
          </a:prstGeom>
          <a:solidFill>
            <a:srgbClr val="E1061E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0" y="3063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mirada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mazo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83880" y="3703320"/>
            <a:ext cx="0" cy="4572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4206240"/>
            <a:ext cx="640080" cy="640080"/>
          </a:xfrm>
          <a:prstGeom prst="ellipse">
            <a:avLst/>
          </a:prstGeom>
          <a:solidFill>
            <a:srgbClr val="1A3D84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8680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final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9711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Continua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está resuelto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tu registro — esto no necesita tu ok, ya está en marcha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1A3D8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9385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reales de marca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Extraídos del logo original, no aproximados: azul, rojo y amarillo con hex exactos.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011680"/>
            <a:ext cx="457200" cy="457200"/>
          </a:xfrm>
          <a:prstGeom prst="ellipse">
            <a:avLst/>
          </a:prstGeom>
          <a:solidFill>
            <a:srgbClr val="E1061E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6600" y="19385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áreas de servicio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86600" y="233172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Personal, Organizacional, Comercial, Empresarial + Profesionalización como nivel integrador.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069080"/>
            <a:ext cx="457200" cy="457200"/>
          </a:xfrm>
          <a:prstGeom prst="ellipse">
            <a:avLst/>
          </a:prstGeom>
          <a:solidFill>
            <a:srgbClr val="F7CC1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39959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Submarcas descontinuadas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438912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TV, Fuckup Nights, Buenas Historias fuera del manual. After Office, posible retoma futura.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069080"/>
            <a:ext cx="457200" cy="457200"/>
          </a:xfrm>
          <a:prstGeom prst="ellipse">
            <a:avLst/>
          </a:prstGeom>
          <a:solidFill>
            <a:srgbClr val="1A3D84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86600" y="39959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Tono de marca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86600" y="438912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 y cálido a la vez — confronta la situación, nunca a la persona.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resuelto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9711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Continua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E1061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manifiesto oficial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que necesita tu ok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EEF3F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1A3D8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1874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Elegido — Manifiesto original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 dueño de una empresa no es una empresa. Es una persona. Con dudas, con miedos, con sueños.”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qué: nunca ataca a la persona. El sujeto del problema siempre es lo que falta, no quien lo vive — la misma regla que fijamos para todo el tono de marca.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492240" y="1828800"/>
            <a:ext cx="411480" cy="411480"/>
          </a:xfrm>
          <a:prstGeom prst="ellipse">
            <a:avLst/>
          </a:prstGeom>
          <a:solidFill>
            <a:srgbClr val="6B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40880" y="1874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 — Manifiesto de Claridad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24688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 mercado está roto... seguís operando con la lógica del negocio que tenías, en un mundo que ya no existe.”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374904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no: le habla al lector en segunda persona acusatoria y niega cualquier consuelo — rompe la calidez que ya definimos como marca.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0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¿Estás de acuerdo con esta elección?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1 de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9711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Continua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E1061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rol de League Spartan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que necesita tu ok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EF3F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1051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 Modelica sigue siendo la tipografía principal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para el logo y títulos, Regular para cuerpo de texto. Esto no cambia — es de siempre.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10881360" cy="2194560"/>
          </a:xfrm>
          <a:prstGeom prst="roundRect">
            <a:avLst>
              <a:gd name="adj" fmla="val 3333"/>
            </a:avLst>
          </a:prstGeom>
          <a:solidFill>
            <a:srgbClr val="FFF7E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41071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 Spartan quedó sin trabajo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79476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manual original la reservaba para acompañar las submarcas de contenido (After Office, Fuckup Nights) — hoy descontinuadas. Mientras tanto, mejoraok.com ya la viene usando como tipografía secundaria de headings, junto a Bw Modelica.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0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dejamos así, como tipografía secundaria general del sitio? ¿O la reservamos por si vuelve After Office?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2 de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9711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Continua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E1061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botón va primero en la landing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que necesita tu ok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74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original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primero,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A3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como hook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página convierte por sí sola. El diagnóstico es un empujón opcional, no el motor.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EEF3FC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74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más reciente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21945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primero,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A3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como alternativa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320040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más provocadora: “¿Cómo está tu empresa hoy?” capta antes de pedir el paso grande.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0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¿Este orden queda fijo de acá en más, o fue un ajuste solo para esta versión de la landing?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3 de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9711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Continua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landing, hasta ahora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progress — sigue en paralelo mientras cerramos estos puntos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37360" y="1600200"/>
            <a:ext cx="8686800" cy="4846320"/>
          </a:xfrm>
          <a:prstGeom prst="roundRect">
            <a:avLst>
              <a:gd name="adj" fmla="val 9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5" name="Image 0" descr="/mnt/user-data/uploads/1783431355047_image.png">    </p:cNvPr>
          <p:cNvPicPr>
            <a:picLocks noChangeAspect="1"/>
          </p:cNvPicPr>
          <p:nvPr/>
        </p:nvPicPr>
        <p:blipFill>
          <a:blip r:embed="rId1"/>
          <a:srcRect l="-42000" r="-42000" t="0" b="0"/>
          <a:stretch/>
        </p:blipFill>
        <p:spPr>
          <a:xfrm>
            <a:off x="1874520" y="1737360"/>
            <a:ext cx="841248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89711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Continua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D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rand_assets/isotipo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31520"/>
            <a:ext cx="914400" cy="7535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1945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tu ok en estos 3 puntos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822960" y="31089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compilamos el Manual de Marca completo en PDF. La landing sigue avanzando en paralelo, no espera esta definición.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duda, la conversamos cuando quieras.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Definiciones de Marca — Mejora Continua</dc:title>
  <dc:subject>PptxGenJS Presentation</dc:subject>
  <dc:creator>Mejora Continua</dc:creator>
  <cp:lastModifiedBy>Mejora Continua</cp:lastModifiedBy>
  <cp:revision>1</cp:revision>
  <dcterms:created xsi:type="dcterms:W3CDTF">2026-07-08T14:10:50Z</dcterms:created>
  <dcterms:modified xsi:type="dcterms:W3CDTF">2026-07-08T14:10:50Z</dcterms:modified>
</cp:coreProperties>
</file>